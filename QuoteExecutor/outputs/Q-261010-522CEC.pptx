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(Asia Foods)</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10 tháng 10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ABC-0001/QT/2610/01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