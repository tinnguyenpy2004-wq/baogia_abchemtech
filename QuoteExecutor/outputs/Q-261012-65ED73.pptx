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ABC-0004/QT/2610/01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2" name="txt_ten_hang_4"/>
          <p:cNvSpPr/>
          <p:nvPr/>
        </p:nvSpPr>
        <p:spPr>
          <a:xfrm>
            <a:off x="1027961" y="5734197"/>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p</a:t>
            </a:r>
            <a:endParaRPr sz="1200" b="1" i="0" u="none" strike="noStrike" cap="none">
              <a:solidFill>
                <a:schemeClr val="dk1"/>
              </a:solidFill>
              <a:latin typeface="Arial"/>
              <a:ea typeface="Arial"/>
              <a:cs typeface="Arial"/>
              <a:sym typeface="Arial"/>
            </a:endParaRPr>
          </a:p>
        </p:txBody>
      </p:sp>
      <p:sp>
        <p:nvSpPr>
          <p:cNvPr id="53" name="txt_don_gia_chua_vat_4"/>
          <p:cNvSpPr/>
          <p:nvPr/>
        </p:nvSpPr>
        <p:spPr>
          <a:xfrm>
            <a:off x="4839993" y="5734197"/>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2</a:t>
            </a:r>
            <a:endParaRPr sz="1040" b="0" i="0" u="none" strike="noStrike" cap="none">
              <a:solidFill>
                <a:schemeClr val="dk1"/>
              </a:solidFill>
              <a:latin typeface="Arial"/>
              <a:ea typeface="Arial"/>
              <a:cs typeface="Arial"/>
              <a:sym typeface="Arial"/>
            </a:endParaRPr>
          </a:p>
        </p:txBody>
      </p:sp>
      <p:sp>
        <p:nvSpPr>
          <p:cNvPr id="54" name="txt_don_gia_da_bao_gom_vat_4"/>
          <p:cNvSpPr/>
          <p:nvPr/>
        </p:nvSpPr>
        <p:spPr>
          <a:xfrm>
            <a:off x="5845831" y="5734197"/>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2</a:t>
            </a:r>
            <a:endParaRPr sz="120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